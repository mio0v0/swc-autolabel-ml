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1E"/>
                </a:solidFill>
              </a:defRPr>
            </a:pPr>
            <a:r>
              <a:t>Flag model sweep: multi-v12 disagreement is the major 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132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Target: flag bad cells with held_out_F1 &lt; 0.60. Counts are heldout test counts.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115568"/>
          <a:ext cx="99669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914400"/>
                <a:gridCol w="960120"/>
                <a:gridCol w="960120"/>
                <a:gridCol w="822960"/>
                <a:gridCol w="1005840"/>
                <a:gridCol w="914400"/>
                <a:gridCol w="822960"/>
              </a:tblGrid>
              <a:tr h="56823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Model family</a:t>
                      </a:r>
                    </a:p>
                  </a:txBody>
                  <a:tcPr marL="36576" marR="36576" marT="18288" marB="18288">
                    <a:solidFill>
                      <a:srgbClr val="2D58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 R</a:t>
                      </a:r>
                    </a:p>
                  </a:txBody>
                  <a:tcPr marL="36576" marR="36576" marT="18288" marB="18288">
                    <a:solidFill>
                      <a:srgbClr val="2D58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 marL="36576" marR="36576" marT="18288" marB="18288">
                    <a:solidFill>
                      <a:srgbClr val="2D58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 marL="36576" marR="36576" marT="18288" marB="18288">
                    <a:solidFill>
                      <a:srgbClr val="2D58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Flagged</a:t>
                      </a:r>
                    </a:p>
                  </a:txBody>
                  <a:tcPr marL="36576" marR="36576" marT="18288" marB="18288">
                    <a:solidFill>
                      <a:srgbClr val="2D58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Actually bad</a:t>
                      </a:r>
                    </a:p>
                  </a:txBody>
                  <a:tcPr marL="36576" marR="36576" marT="18288" marB="18288">
                    <a:solidFill>
                      <a:srgbClr val="2D58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False flags</a:t>
                      </a:r>
                    </a:p>
                  </a:txBody>
                  <a:tcPr marL="36576" marR="36576" marT="18288" marB="18288">
                    <a:solidFill>
                      <a:srgbClr val="2D58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Missed</a:t>
                      </a:r>
                    </a:p>
                  </a:txBody>
                  <a:tcPr marL="36576" marR="36576" marT="18288" marB="18288">
                    <a:solidFill>
                      <a:srgbClr val="2D5878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Original confidence/geometry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80.0%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38.8%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74.3%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marL="36576" marR="36576" marT="18288" marB="18288"/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+ morphology baseline disagreement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80.0%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52.8%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80.0%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+ sanity/failure heads, best 70% target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70.0%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54.3%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71.4%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36576" marR="36576" marT="18288" marB="18288"/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+ sanity/failure heads, high recall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80.0%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33.7%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91.4%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+ multi-v12 disagreement, recommended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80.0%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78.9%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85.7%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36576" marR="36576" marT="18288" marB="18288"/>
                </a:tc>
              </a:tr>
              <a:tr h="56823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+ multi-v12 disagreement, high recall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90.0%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39.0%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91.4%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32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349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4B37"/>
                </a:solidFill>
              </a:defRPr>
            </a:pPr>
            <a:r>
              <a:t>Recommended practical pyramidal flagger: multi-v12 r080 = 78.9% precision / 85.7% recall, 38 flagged, 30 actually bad, 8 false flags, 5 missed bad.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1E"/>
                </a:solidFill>
              </a:defRPr>
            </a:pPr>
            <a:r>
              <a:t>Current best operating points by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132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Multi-v12 features plus existing confidence and baseline-disagreement features.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877824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914400"/>
                <a:gridCol w="960120"/>
                <a:gridCol w="960120"/>
                <a:gridCol w="822960"/>
                <a:gridCol w="1051560"/>
                <a:gridCol w="960120"/>
                <a:gridCol w="822960"/>
                <a:gridCol w="868680"/>
              </a:tblGrid>
              <a:tr h="5410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Scope</a:t>
                      </a:r>
                    </a:p>
                  </a:txBody>
                  <a:tcPr marL="36576" marR="36576" marT="18288" marB="18288">
                    <a:solidFill>
                      <a:srgbClr val="2D58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Target R</a:t>
                      </a:r>
                    </a:p>
                  </a:txBody>
                  <a:tcPr marL="36576" marR="36576" marT="18288" marB="18288">
                    <a:solidFill>
                      <a:srgbClr val="2D58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 marL="36576" marR="36576" marT="18288" marB="18288">
                    <a:solidFill>
                      <a:srgbClr val="2D58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 marL="36576" marR="36576" marT="18288" marB="18288">
                    <a:solidFill>
                      <a:srgbClr val="2D58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Flagged</a:t>
                      </a:r>
                    </a:p>
                  </a:txBody>
                  <a:tcPr marL="36576" marR="36576" marT="18288" marB="18288">
                    <a:solidFill>
                      <a:srgbClr val="2D58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Actually bad</a:t>
                      </a:r>
                    </a:p>
                  </a:txBody>
                  <a:tcPr marL="36576" marR="36576" marT="18288" marB="18288">
                    <a:solidFill>
                      <a:srgbClr val="2D58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False flags</a:t>
                      </a:r>
                    </a:p>
                  </a:txBody>
                  <a:tcPr marL="36576" marR="36576" marT="18288" marB="18288">
                    <a:solidFill>
                      <a:srgbClr val="2D58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Missed</a:t>
                      </a:r>
                    </a:p>
                  </a:txBody>
                  <a:tcPr marL="36576" marR="36576" marT="18288" marB="18288">
                    <a:solidFill>
                      <a:srgbClr val="2D58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Bad total</a:t>
                      </a:r>
                    </a:p>
                  </a:txBody>
                  <a:tcPr marL="36576" marR="36576" marT="18288" marB="18288">
                    <a:solidFill>
                      <a:srgbClr val="2D5878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pyramidal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70.0%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78.4%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82.9%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marL="36576" marR="36576" marT="18288" marB="18288"/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pyramidal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80.0%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78.9%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85.7%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pyramidal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90.0%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39.0%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91.4%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marL="36576" marR="36576" marT="18288" marB="18288"/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interneuron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90.0%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60.0%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85.7%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L="36576" marR="36576" marT="18288" marB="18288">
                    <a:solidFill>
                      <a:srgbClr val="F0F5F8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all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80.0%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53.8%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83.3%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marL="36576" marR="36576" marT="18288" marB="18288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6177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3737"/>
                </a:solidFill>
              </a:defRPr>
            </a:pPr>
            <a:r>
              <a:t>Pyramidal is now close to the desired region, but 90%+ recall still costs precision: best 90%+ recall point is 39.0% precision / 91.4% recall.</a:t>
            </a:r>
          </a:p>
          <a:p>
            <a:pPr>
              <a:defRPr sz="1400">
                <a:solidFill>
                  <a:srgbClr val="373737"/>
                </a:solidFill>
              </a:defRPr>
            </a:pPr>
            <a:r>
              <a:t>Interneuron numbers are noisy because the heldout test has only 7 actually bad interneuron cells.</a:t>
            </a:r>
          </a:p>
          <a:p>
            <a:pPr>
              <a:defRPr sz="1400">
                <a:solidFill>
                  <a:srgbClr val="373737"/>
                </a:solidFill>
              </a:defRPr>
            </a:pPr>
            <a:r>
              <a:t>Full detailed table is saved as paper/results/flag_model_trials_clean_table.csv.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